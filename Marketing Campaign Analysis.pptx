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73" r:id="rId1"/>
  </p:sldMasterIdLst>
  <p:sldIdLst>
    <p:sldId id="256" r:id="rId2"/>
    <p:sldId id="281" r:id="rId3"/>
    <p:sldId id="293" r:id="rId4"/>
    <p:sldId id="294" r:id="rId5"/>
    <p:sldId id="295" r:id="rId6"/>
    <p:sldId id="298" r:id="rId7"/>
    <p:sldId id="302" r:id="rId8"/>
    <p:sldId id="299" r:id="rId9"/>
    <p:sldId id="300" r:id="rId10"/>
    <p:sldId id="303" r:id="rId11"/>
    <p:sldId id="306" r:id="rId12"/>
    <p:sldId id="305" r:id="rId13"/>
    <p:sldId id="30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nce singh" userId="d5f1797129917f0c" providerId="LiveId" clId="{23404A22-7431-48C3-95BF-FFA205ECE267}"/>
    <pc:docChg chg="undo redo custSel addSld delSld modSld sldOrd">
      <pc:chgData name="prince singh" userId="d5f1797129917f0c" providerId="LiveId" clId="{23404A22-7431-48C3-95BF-FFA205ECE267}" dt="2026-07-20T03:37:04.907" v="2536" actId="1076"/>
      <pc:docMkLst>
        <pc:docMk/>
      </pc:docMkLst>
      <pc:sldChg chg="modSp mod">
        <pc:chgData name="prince singh" userId="d5f1797129917f0c" providerId="LiveId" clId="{23404A22-7431-48C3-95BF-FFA205ECE267}" dt="2026-07-20T03:36:29.640" v="2525" actId="27636"/>
        <pc:sldMkLst>
          <pc:docMk/>
          <pc:sldMk cId="0" sldId="256"/>
        </pc:sldMkLst>
        <pc:spChg chg="mod">
          <ac:chgData name="prince singh" userId="d5f1797129917f0c" providerId="LiveId" clId="{23404A22-7431-48C3-95BF-FFA205ECE267}" dt="2026-07-19T12:15:36.046" v="2195"/>
          <ac:spMkLst>
            <pc:docMk/>
            <pc:sldMk cId="0" sldId="256"/>
            <ac:spMk id="3" creationId="{00000000-0000-0000-0000-000000000000}"/>
          </ac:spMkLst>
        </pc:spChg>
        <pc:spChg chg="mod">
          <ac:chgData name="prince singh" userId="d5f1797129917f0c" providerId="LiveId" clId="{23404A22-7431-48C3-95BF-FFA205ECE267}" dt="2026-07-20T03:36:29.640" v="2525" actId="27636"/>
          <ac:spMkLst>
            <pc:docMk/>
            <pc:sldMk cId="0" sldId="256"/>
            <ac:spMk id="5" creationId="{4E9FCF72-2F20-C22D-E1B7-2360B9432E7B}"/>
          </ac:spMkLst>
        </pc:spChg>
      </pc:sldChg>
      <pc:sldChg chg="addSp delSp modSp new mod">
        <pc:chgData name="prince singh" userId="d5f1797129917f0c" providerId="LiveId" clId="{23404A22-7431-48C3-95BF-FFA205ECE267}" dt="2026-07-20T03:36:42.311" v="2534" actId="313"/>
        <pc:sldMkLst>
          <pc:docMk/>
          <pc:sldMk cId="1617641134" sldId="281"/>
        </pc:sldMkLst>
        <pc:spChg chg="mod">
          <ac:chgData name="prince singh" userId="d5f1797129917f0c" providerId="LiveId" clId="{23404A22-7431-48C3-95BF-FFA205ECE267}" dt="2026-07-19T12:32:02.871" v="2260"/>
          <ac:spMkLst>
            <pc:docMk/>
            <pc:sldMk cId="1617641134" sldId="281"/>
            <ac:spMk id="2" creationId="{2BABCA01-769F-9D5F-6A94-853B5BD51322}"/>
          </ac:spMkLst>
        </pc:spChg>
        <pc:spChg chg="mod">
          <ac:chgData name="prince singh" userId="d5f1797129917f0c" providerId="LiveId" clId="{23404A22-7431-48C3-95BF-FFA205ECE267}" dt="2026-07-20T03:36:42.311" v="2534" actId="313"/>
          <ac:spMkLst>
            <pc:docMk/>
            <pc:sldMk cId="1617641134" sldId="281"/>
            <ac:spMk id="3" creationId="{F8267FA1-50F8-E7D5-A294-8652469D7843}"/>
          </ac:spMkLst>
        </pc:spChg>
      </pc:sldChg>
      <pc:sldChg chg="addSp delSp modSp add mod">
        <pc:chgData name="prince singh" userId="d5f1797129917f0c" providerId="LiveId" clId="{23404A22-7431-48C3-95BF-FFA205ECE267}" dt="2026-07-20T03:36:29.720" v="2527" actId="27636"/>
        <pc:sldMkLst>
          <pc:docMk/>
          <pc:sldMk cId="535061163" sldId="293"/>
        </pc:sldMkLst>
        <pc:spChg chg="mod">
          <ac:chgData name="prince singh" userId="d5f1797129917f0c" providerId="LiveId" clId="{23404A22-7431-48C3-95BF-FFA205ECE267}" dt="2026-07-19T12:30:30.915" v="2234"/>
          <ac:spMkLst>
            <pc:docMk/>
            <pc:sldMk cId="535061163" sldId="293"/>
            <ac:spMk id="2" creationId="{9591D205-D3D9-C118-9AA0-B8671D40E3FF}"/>
          </ac:spMkLst>
        </pc:spChg>
        <pc:spChg chg="mod">
          <ac:chgData name="prince singh" userId="d5f1797129917f0c" providerId="LiveId" clId="{23404A22-7431-48C3-95BF-FFA205ECE267}" dt="2026-07-20T03:36:29.720" v="2527" actId="27636"/>
          <ac:spMkLst>
            <pc:docMk/>
            <pc:sldMk cId="535061163" sldId="293"/>
            <ac:spMk id="3" creationId="{78534185-869B-B2D3-2CF1-B1AE46FA7C02}"/>
          </ac:spMkLst>
        </pc:spChg>
        <pc:picChg chg="add del mod">
          <ac:chgData name="prince singh" userId="d5f1797129917f0c" providerId="LiveId" clId="{23404A22-7431-48C3-95BF-FFA205ECE267}" dt="2026-07-19T12:30:46.898" v="2241" actId="478"/>
          <ac:picMkLst>
            <pc:docMk/>
            <pc:sldMk cId="535061163" sldId="293"/>
            <ac:picMk id="5" creationId="{A8937217-3361-F5E3-47D9-44E759D458F0}"/>
          </ac:picMkLst>
        </pc:picChg>
      </pc:sldChg>
      <pc:sldChg chg="modSp add mod">
        <pc:chgData name="prince singh" userId="d5f1797129917f0c" providerId="LiveId" clId="{23404A22-7431-48C3-95BF-FFA205ECE267}" dt="2026-07-20T03:36:29.729" v="2528" actId="27636"/>
        <pc:sldMkLst>
          <pc:docMk/>
          <pc:sldMk cId="3221867675" sldId="294"/>
        </pc:sldMkLst>
        <pc:spChg chg="mod">
          <ac:chgData name="prince singh" userId="d5f1797129917f0c" providerId="LiveId" clId="{23404A22-7431-48C3-95BF-FFA205ECE267}" dt="2026-07-19T12:38:36.209" v="2277"/>
          <ac:spMkLst>
            <pc:docMk/>
            <pc:sldMk cId="3221867675" sldId="294"/>
            <ac:spMk id="2" creationId="{1687944B-221D-7117-3D22-42CAAD068438}"/>
          </ac:spMkLst>
        </pc:spChg>
        <pc:spChg chg="mod">
          <ac:chgData name="prince singh" userId="d5f1797129917f0c" providerId="LiveId" clId="{23404A22-7431-48C3-95BF-FFA205ECE267}" dt="2026-07-20T03:36:29.729" v="2528" actId="27636"/>
          <ac:spMkLst>
            <pc:docMk/>
            <pc:sldMk cId="3221867675" sldId="294"/>
            <ac:spMk id="3" creationId="{2F829063-F08F-4DDC-4921-396B9C8494AB}"/>
          </ac:spMkLst>
        </pc:spChg>
      </pc:sldChg>
      <pc:sldChg chg="addSp delSp modSp new mod">
        <pc:chgData name="prince singh" userId="d5f1797129917f0c" providerId="LiveId" clId="{23404A22-7431-48C3-95BF-FFA205ECE267}" dt="2026-07-19T12:46:42.571" v="2324" actId="14100"/>
        <pc:sldMkLst>
          <pc:docMk/>
          <pc:sldMk cId="1618664000" sldId="295"/>
        </pc:sldMkLst>
        <pc:spChg chg="mod">
          <ac:chgData name="prince singh" userId="d5f1797129917f0c" providerId="LiveId" clId="{23404A22-7431-48C3-95BF-FFA205ECE267}" dt="2026-07-19T12:42:23.576" v="2299"/>
          <ac:spMkLst>
            <pc:docMk/>
            <pc:sldMk cId="1618664000" sldId="295"/>
            <ac:spMk id="2" creationId="{A3B11A98-796F-0A27-8D69-1FC881A6BA93}"/>
          </ac:spMkLst>
        </pc:spChg>
        <pc:spChg chg="mod">
          <ac:chgData name="prince singh" userId="d5f1797129917f0c" providerId="LiveId" clId="{23404A22-7431-48C3-95BF-FFA205ECE267}" dt="2026-07-19T12:46:42.571" v="2324" actId="14100"/>
          <ac:spMkLst>
            <pc:docMk/>
            <pc:sldMk cId="1618664000" sldId="295"/>
            <ac:spMk id="3" creationId="{8184C8B3-5BE1-E50A-6091-3D08ADAFD96D}"/>
          </ac:spMkLst>
        </pc:spChg>
        <pc:picChg chg="add del mod">
          <ac:chgData name="prince singh" userId="d5f1797129917f0c" providerId="LiveId" clId="{23404A22-7431-48C3-95BF-FFA205ECE267}" dt="2026-07-19T12:44:07.266" v="2302" actId="478"/>
          <ac:picMkLst>
            <pc:docMk/>
            <pc:sldMk cId="1618664000" sldId="295"/>
            <ac:picMk id="5" creationId="{FD137E19-F98E-7450-CCD4-7B0F8FD97920}"/>
          </ac:picMkLst>
        </pc:picChg>
        <pc:picChg chg="add del">
          <ac:chgData name="prince singh" userId="d5f1797129917f0c" providerId="LiveId" clId="{23404A22-7431-48C3-95BF-FFA205ECE267}" dt="2026-07-19T12:44:06.938" v="2301" actId="22"/>
          <ac:picMkLst>
            <pc:docMk/>
            <pc:sldMk cId="1618664000" sldId="295"/>
            <ac:picMk id="6" creationId="{0B364010-C9BB-3919-CCE9-E11363D6B176}"/>
          </ac:picMkLst>
        </pc:picChg>
        <pc:picChg chg="add del mod">
          <ac:chgData name="prince singh" userId="d5f1797129917f0c" providerId="LiveId" clId="{23404A22-7431-48C3-95BF-FFA205ECE267}" dt="2026-07-19T12:44:23.193" v="2306" actId="478"/>
          <ac:picMkLst>
            <pc:docMk/>
            <pc:sldMk cId="1618664000" sldId="295"/>
            <ac:picMk id="8" creationId="{E2E396F2-4518-6C00-139E-25A428A68EC6}"/>
          </ac:picMkLst>
        </pc:picChg>
        <pc:picChg chg="add mod">
          <ac:chgData name="prince singh" userId="d5f1797129917f0c" providerId="LiveId" clId="{23404A22-7431-48C3-95BF-FFA205ECE267}" dt="2026-07-19T12:46:36.267" v="2322" actId="1076"/>
          <ac:picMkLst>
            <pc:docMk/>
            <pc:sldMk cId="1618664000" sldId="295"/>
            <ac:picMk id="10" creationId="{8D72639F-6341-7F16-8FC5-F1900657ED22}"/>
          </ac:picMkLst>
        </pc:picChg>
      </pc:sldChg>
      <pc:sldChg chg="addSp modSp add mod">
        <pc:chgData name="prince singh" userId="d5f1797129917f0c" providerId="LiveId" clId="{23404A22-7431-48C3-95BF-FFA205ECE267}" dt="2026-07-19T12:49:39.017" v="2363" actId="20577"/>
        <pc:sldMkLst>
          <pc:docMk/>
          <pc:sldMk cId="116151161" sldId="298"/>
        </pc:sldMkLst>
        <pc:spChg chg="mod">
          <ac:chgData name="prince singh" userId="d5f1797129917f0c" providerId="LiveId" clId="{23404A22-7431-48C3-95BF-FFA205ECE267}" dt="2026-07-19T12:47:20.341" v="2336"/>
          <ac:spMkLst>
            <pc:docMk/>
            <pc:sldMk cId="116151161" sldId="298"/>
            <ac:spMk id="2" creationId="{BAF9EBC4-8B68-7AB6-0C62-B664FA53370B}"/>
          </ac:spMkLst>
        </pc:spChg>
        <pc:spChg chg="mod">
          <ac:chgData name="prince singh" userId="d5f1797129917f0c" providerId="LiveId" clId="{23404A22-7431-48C3-95BF-FFA205ECE267}" dt="2026-07-19T12:49:39.017" v="2363" actId="20577"/>
          <ac:spMkLst>
            <pc:docMk/>
            <pc:sldMk cId="116151161" sldId="298"/>
            <ac:spMk id="3" creationId="{F168E534-54B7-E81B-D5EB-5929D6A12074}"/>
          </ac:spMkLst>
        </pc:spChg>
        <pc:picChg chg="add mod">
          <ac:chgData name="prince singh" userId="d5f1797129917f0c" providerId="LiveId" clId="{23404A22-7431-48C3-95BF-FFA205ECE267}" dt="2026-07-19T12:48:07.643" v="2342" actId="1076"/>
          <ac:picMkLst>
            <pc:docMk/>
            <pc:sldMk cId="116151161" sldId="298"/>
            <ac:picMk id="5" creationId="{C8A3B3F7-635F-36D0-C76C-EBF9AE888D72}"/>
          </ac:picMkLst>
        </pc:picChg>
      </pc:sldChg>
      <pc:sldChg chg="addSp modSp add mod">
        <pc:chgData name="prince singh" userId="d5f1797129917f0c" providerId="LiveId" clId="{23404A22-7431-48C3-95BF-FFA205ECE267}" dt="2026-07-20T03:37:04.907" v="2536" actId="1076"/>
        <pc:sldMkLst>
          <pc:docMk/>
          <pc:sldMk cId="225989822" sldId="299"/>
        </pc:sldMkLst>
        <pc:spChg chg="mod">
          <ac:chgData name="prince singh" userId="d5f1797129917f0c" providerId="LiveId" clId="{23404A22-7431-48C3-95BF-FFA205ECE267}" dt="2026-07-19T12:53:38.140" v="2406"/>
          <ac:spMkLst>
            <pc:docMk/>
            <pc:sldMk cId="225989822" sldId="299"/>
            <ac:spMk id="2" creationId="{5CDD57EC-EDF8-59A5-089E-BC267FEE1509}"/>
          </ac:spMkLst>
        </pc:spChg>
        <pc:spChg chg="mod">
          <ac:chgData name="prince singh" userId="d5f1797129917f0c" providerId="LiveId" clId="{23404A22-7431-48C3-95BF-FFA205ECE267}" dt="2026-07-20T03:36:29.742" v="2530" actId="27636"/>
          <ac:spMkLst>
            <pc:docMk/>
            <pc:sldMk cId="225989822" sldId="299"/>
            <ac:spMk id="3" creationId="{072C78AC-BA15-8D00-B6DE-DE451902AC94}"/>
          </ac:spMkLst>
        </pc:spChg>
        <pc:picChg chg="add mod">
          <ac:chgData name="prince singh" userId="d5f1797129917f0c" providerId="LiveId" clId="{23404A22-7431-48C3-95BF-FFA205ECE267}" dt="2026-07-19T13:00:21.061" v="2426" actId="1076"/>
          <ac:picMkLst>
            <pc:docMk/>
            <pc:sldMk cId="225989822" sldId="299"/>
            <ac:picMk id="5" creationId="{1BF1DB18-C0FE-67EB-D1B5-ED2521DB2F04}"/>
          </ac:picMkLst>
        </pc:picChg>
        <pc:picChg chg="add mod">
          <ac:chgData name="prince singh" userId="d5f1797129917f0c" providerId="LiveId" clId="{23404A22-7431-48C3-95BF-FFA205ECE267}" dt="2026-07-20T03:37:04.907" v="2536" actId="1076"/>
          <ac:picMkLst>
            <pc:docMk/>
            <pc:sldMk cId="225989822" sldId="299"/>
            <ac:picMk id="7" creationId="{6CA531D3-317E-C316-EB6D-7E0BA3F7B5E8}"/>
          </ac:picMkLst>
        </pc:picChg>
      </pc:sldChg>
      <pc:sldChg chg="addSp modSp add mod">
        <pc:chgData name="prince singh" userId="d5f1797129917f0c" providerId="LiveId" clId="{23404A22-7431-48C3-95BF-FFA205ECE267}" dt="2026-07-19T13:07:35.710" v="2452" actId="14100"/>
        <pc:sldMkLst>
          <pc:docMk/>
          <pc:sldMk cId="1815720758" sldId="300"/>
        </pc:sldMkLst>
        <pc:spChg chg="mod">
          <ac:chgData name="prince singh" userId="d5f1797129917f0c" providerId="LiveId" clId="{23404A22-7431-48C3-95BF-FFA205ECE267}" dt="2026-07-19T13:00:54.006" v="2428"/>
          <ac:spMkLst>
            <pc:docMk/>
            <pc:sldMk cId="1815720758" sldId="300"/>
            <ac:spMk id="2" creationId="{95FAFF2A-9D9E-1434-1896-754A8BB6E51B}"/>
          </ac:spMkLst>
        </pc:spChg>
        <pc:spChg chg="mod">
          <ac:chgData name="prince singh" userId="d5f1797129917f0c" providerId="LiveId" clId="{23404A22-7431-48C3-95BF-FFA205ECE267}" dt="2026-07-19T13:07:35.710" v="2452" actId="14100"/>
          <ac:spMkLst>
            <pc:docMk/>
            <pc:sldMk cId="1815720758" sldId="300"/>
            <ac:spMk id="3" creationId="{9596E0F5-BBFD-55AB-4789-924F4538B146}"/>
          </ac:spMkLst>
        </pc:spChg>
        <pc:picChg chg="add mod">
          <ac:chgData name="prince singh" userId="d5f1797129917f0c" providerId="LiveId" clId="{23404A22-7431-48C3-95BF-FFA205ECE267}" dt="2026-07-19T13:07:00.718" v="2445" actId="1076"/>
          <ac:picMkLst>
            <pc:docMk/>
            <pc:sldMk cId="1815720758" sldId="300"/>
            <ac:picMk id="5" creationId="{DD52A961-34E5-841E-96CA-04243EE3832E}"/>
          </ac:picMkLst>
        </pc:picChg>
        <pc:picChg chg="add mod">
          <ac:chgData name="prince singh" userId="d5f1797129917f0c" providerId="LiveId" clId="{23404A22-7431-48C3-95BF-FFA205ECE267}" dt="2026-07-19T13:07:06.317" v="2448" actId="1076"/>
          <ac:picMkLst>
            <pc:docMk/>
            <pc:sldMk cId="1815720758" sldId="300"/>
            <ac:picMk id="7" creationId="{533D368D-B07B-BFBE-B6F2-DE3FDEF37BE1}"/>
          </ac:picMkLst>
        </pc:picChg>
      </pc:sldChg>
      <pc:sldChg chg="addSp delSp modSp new del mod">
        <pc:chgData name="prince singh" userId="d5f1797129917f0c" providerId="LiveId" clId="{23404A22-7431-48C3-95BF-FFA205ECE267}" dt="2026-07-19T12:49:46.302" v="2364" actId="47"/>
        <pc:sldMkLst>
          <pc:docMk/>
          <pc:sldMk cId="2437237648" sldId="301"/>
        </pc:sldMkLst>
        <pc:spChg chg="mod">
          <ac:chgData name="prince singh" userId="d5f1797129917f0c" providerId="LiveId" clId="{23404A22-7431-48C3-95BF-FFA205ECE267}" dt="2026-07-19T12:32:38.164" v="2273"/>
          <ac:spMkLst>
            <pc:docMk/>
            <pc:sldMk cId="2437237648" sldId="301"/>
            <ac:spMk id="2" creationId="{4AEB382F-F291-4DBD-1802-EC40C72516B3}"/>
          </ac:spMkLst>
        </pc:spChg>
      </pc:sldChg>
      <pc:sldChg chg="addSp modSp new mod">
        <pc:chgData name="prince singh" userId="d5f1797129917f0c" providerId="LiveId" clId="{23404A22-7431-48C3-95BF-FFA205ECE267}" dt="2026-07-20T03:37:00.036" v="2535" actId="1076"/>
        <pc:sldMkLst>
          <pc:docMk/>
          <pc:sldMk cId="994020777" sldId="302"/>
        </pc:sldMkLst>
        <pc:spChg chg="mod">
          <ac:chgData name="prince singh" userId="d5f1797129917f0c" providerId="LiveId" clId="{23404A22-7431-48C3-95BF-FFA205ECE267}" dt="2026-07-19T12:49:55.851" v="2366"/>
          <ac:spMkLst>
            <pc:docMk/>
            <pc:sldMk cId="994020777" sldId="302"/>
            <ac:spMk id="2" creationId="{79B4086E-B827-3CC5-689D-1FD675179FB2}"/>
          </ac:spMkLst>
        </pc:spChg>
        <pc:spChg chg="mod">
          <ac:chgData name="prince singh" userId="d5f1797129917f0c" providerId="LiveId" clId="{23404A22-7431-48C3-95BF-FFA205ECE267}" dt="2026-07-20T03:36:29.738" v="2529" actId="27636"/>
          <ac:spMkLst>
            <pc:docMk/>
            <pc:sldMk cId="994020777" sldId="302"/>
            <ac:spMk id="3" creationId="{B9747EE6-C2E9-7502-1930-BED3520AEA9F}"/>
          </ac:spMkLst>
        </pc:spChg>
        <pc:picChg chg="add mod">
          <ac:chgData name="prince singh" userId="d5f1797129917f0c" providerId="LiveId" clId="{23404A22-7431-48C3-95BF-FFA205ECE267}" dt="2026-07-19T12:53:09.356" v="2403" actId="1076"/>
          <ac:picMkLst>
            <pc:docMk/>
            <pc:sldMk cId="994020777" sldId="302"/>
            <ac:picMk id="5" creationId="{F924772A-7A77-C9DD-7202-E0AB7FFA889A}"/>
          </ac:picMkLst>
        </pc:picChg>
        <pc:picChg chg="add mod">
          <ac:chgData name="prince singh" userId="d5f1797129917f0c" providerId="LiveId" clId="{23404A22-7431-48C3-95BF-FFA205ECE267}" dt="2026-07-20T03:37:00.036" v="2535" actId="1076"/>
          <ac:picMkLst>
            <pc:docMk/>
            <pc:sldMk cId="994020777" sldId="302"/>
            <ac:picMk id="7" creationId="{C4FF25B4-3D41-A798-EC86-3F890FA05624}"/>
          </ac:picMkLst>
        </pc:picChg>
      </pc:sldChg>
      <pc:sldChg chg="addSp modSp new mod">
        <pc:chgData name="prince singh" userId="d5f1797129917f0c" providerId="LiveId" clId="{23404A22-7431-48C3-95BF-FFA205ECE267}" dt="2026-07-20T03:36:29.750" v="2531" actId="27636"/>
        <pc:sldMkLst>
          <pc:docMk/>
          <pc:sldMk cId="3404619306" sldId="303"/>
        </pc:sldMkLst>
        <pc:spChg chg="mod">
          <ac:chgData name="prince singh" userId="d5f1797129917f0c" providerId="LiveId" clId="{23404A22-7431-48C3-95BF-FFA205ECE267}" dt="2026-07-20T03:36:29.546" v="2524"/>
          <ac:spMkLst>
            <pc:docMk/>
            <pc:sldMk cId="3404619306" sldId="303"/>
            <ac:spMk id="2" creationId="{F80DDC12-A3E5-C695-0174-76938AD6E762}"/>
          </ac:spMkLst>
        </pc:spChg>
        <pc:spChg chg="mod">
          <ac:chgData name="prince singh" userId="d5f1797129917f0c" providerId="LiveId" clId="{23404A22-7431-48C3-95BF-FFA205ECE267}" dt="2026-07-20T03:36:29.750" v="2531" actId="27636"/>
          <ac:spMkLst>
            <pc:docMk/>
            <pc:sldMk cId="3404619306" sldId="303"/>
            <ac:spMk id="3" creationId="{304F28D2-5EE4-207D-56E9-F5B12DF74D46}"/>
          </ac:spMkLst>
        </pc:spChg>
        <pc:picChg chg="add mod">
          <ac:chgData name="prince singh" userId="d5f1797129917f0c" providerId="LiveId" clId="{23404A22-7431-48C3-95BF-FFA205ECE267}" dt="2026-07-19T13:09:00.808" v="2465" actId="1076"/>
          <ac:picMkLst>
            <pc:docMk/>
            <pc:sldMk cId="3404619306" sldId="303"/>
            <ac:picMk id="5" creationId="{17D4D85B-5CFE-0592-7861-9F43F4E80C70}"/>
          </ac:picMkLst>
        </pc:picChg>
      </pc:sldChg>
      <pc:sldChg chg="modSp new del mod">
        <pc:chgData name="prince singh" userId="d5f1797129917f0c" providerId="LiveId" clId="{23404A22-7431-48C3-95BF-FFA205ECE267}" dt="2026-07-19T12:47:06.108" v="2332" actId="47"/>
        <pc:sldMkLst>
          <pc:docMk/>
          <pc:sldMk cId="1780605969" sldId="304"/>
        </pc:sldMkLst>
        <pc:spChg chg="mod">
          <ac:chgData name="prince singh" userId="d5f1797129917f0c" providerId="LiveId" clId="{23404A22-7431-48C3-95BF-FFA205ECE267}" dt="2026-07-19T12:47:04.651" v="2331" actId="20577"/>
          <ac:spMkLst>
            <pc:docMk/>
            <pc:sldMk cId="1780605969" sldId="304"/>
            <ac:spMk id="2" creationId="{CBE78013-488D-6E3A-138B-4942B0DF38A3}"/>
          </ac:spMkLst>
        </pc:spChg>
      </pc:sldChg>
      <pc:sldChg chg="add del">
        <pc:chgData name="prince singh" userId="d5f1797129917f0c" providerId="LiveId" clId="{23404A22-7431-48C3-95BF-FFA205ECE267}" dt="2026-07-19T13:09:36.318" v="2469" actId="47"/>
        <pc:sldMkLst>
          <pc:docMk/>
          <pc:sldMk cId="2118454092" sldId="304"/>
        </pc:sldMkLst>
      </pc:sldChg>
      <pc:sldChg chg="delSp modSp add mod ord">
        <pc:chgData name="prince singh" userId="d5f1797129917f0c" providerId="LiveId" clId="{23404A22-7431-48C3-95BF-FFA205ECE267}" dt="2026-07-20T03:36:29.761" v="2533" actId="27636"/>
        <pc:sldMkLst>
          <pc:docMk/>
          <pc:sldMk cId="2477333599" sldId="305"/>
        </pc:sldMkLst>
        <pc:spChg chg="mod">
          <ac:chgData name="prince singh" userId="d5f1797129917f0c" providerId="LiveId" clId="{23404A22-7431-48C3-95BF-FFA205ECE267}" dt="2026-07-20T03:36:29.753" v="2532" actId="27636"/>
          <ac:spMkLst>
            <pc:docMk/>
            <pc:sldMk cId="2477333599" sldId="305"/>
            <ac:spMk id="2" creationId="{9117E812-5A8D-9C4F-2240-0D9DB403227D}"/>
          </ac:spMkLst>
        </pc:spChg>
        <pc:spChg chg="mod">
          <ac:chgData name="prince singh" userId="d5f1797129917f0c" providerId="LiveId" clId="{23404A22-7431-48C3-95BF-FFA205ECE267}" dt="2026-07-20T03:36:29.761" v="2533" actId="27636"/>
          <ac:spMkLst>
            <pc:docMk/>
            <pc:sldMk cId="2477333599" sldId="305"/>
            <ac:spMk id="3" creationId="{87CA6EC6-6A3C-629D-F252-6D7B672DC019}"/>
          </ac:spMkLst>
        </pc:spChg>
        <pc:picChg chg="del">
          <ac:chgData name="prince singh" userId="d5f1797129917f0c" providerId="LiveId" clId="{23404A22-7431-48C3-95BF-FFA205ECE267}" dt="2026-07-19T13:13:39.687" v="2485" actId="478"/>
          <ac:picMkLst>
            <pc:docMk/>
            <pc:sldMk cId="2477333599" sldId="305"/>
            <ac:picMk id="5" creationId="{1556EEE2-E6D6-8C86-CFE1-3E6F75AA1702}"/>
          </ac:picMkLst>
        </pc:picChg>
      </pc:sldChg>
      <pc:sldChg chg="addSp modSp new mod">
        <pc:chgData name="prince singh" userId="d5f1797129917f0c" providerId="LiveId" clId="{23404A22-7431-48C3-95BF-FFA205ECE267}" dt="2026-07-20T03:36:29.546" v="2524"/>
        <pc:sldMkLst>
          <pc:docMk/>
          <pc:sldMk cId="1905952634" sldId="306"/>
        </pc:sldMkLst>
        <pc:spChg chg="mod">
          <ac:chgData name="prince singh" userId="d5f1797129917f0c" providerId="LiveId" clId="{23404A22-7431-48C3-95BF-FFA205ECE267}" dt="2026-07-19T13:15:06.421" v="2508" actId="113"/>
          <ac:spMkLst>
            <pc:docMk/>
            <pc:sldMk cId="1905952634" sldId="306"/>
            <ac:spMk id="2" creationId="{D75EEDF8-D87A-44BC-9977-188BADD99957}"/>
          </ac:spMkLst>
        </pc:spChg>
        <pc:spChg chg="mod">
          <ac:chgData name="prince singh" userId="d5f1797129917f0c" providerId="LiveId" clId="{23404A22-7431-48C3-95BF-FFA205ECE267}" dt="2026-07-20T03:36:29.546" v="2524"/>
          <ac:spMkLst>
            <pc:docMk/>
            <pc:sldMk cId="1905952634" sldId="306"/>
            <ac:spMk id="3" creationId="{846E8CF8-8BFD-C304-E636-37412B1CCA3E}"/>
          </ac:spMkLst>
        </pc:spChg>
        <pc:picChg chg="add mod">
          <ac:chgData name="prince singh" userId="d5f1797129917f0c" providerId="LiveId" clId="{23404A22-7431-48C3-95BF-FFA205ECE267}" dt="2026-07-19T13:15:04.952" v="2507" actId="1076"/>
          <ac:picMkLst>
            <pc:docMk/>
            <pc:sldMk cId="1905952634" sldId="306"/>
            <ac:picMk id="5" creationId="{3EC31C93-A8F9-FF78-6EC9-DA950225A2C3}"/>
          </ac:picMkLst>
        </pc:picChg>
      </pc:sldChg>
      <pc:sldChg chg="modSp new mod">
        <pc:chgData name="prince singh" userId="d5f1797129917f0c" providerId="LiveId" clId="{23404A22-7431-48C3-95BF-FFA205ECE267}" dt="2026-07-19T13:16:42.864" v="2523" actId="1076"/>
        <pc:sldMkLst>
          <pc:docMk/>
          <pc:sldMk cId="1518244454" sldId="307"/>
        </pc:sldMkLst>
        <pc:spChg chg="mod">
          <ac:chgData name="prince singh" userId="d5f1797129917f0c" providerId="LiveId" clId="{23404A22-7431-48C3-95BF-FFA205ECE267}" dt="2026-07-19T13:16:42.864" v="2523" actId="1076"/>
          <ac:spMkLst>
            <pc:docMk/>
            <pc:sldMk cId="1518244454" sldId="307"/>
            <ac:spMk id="2" creationId="{4FF17D74-7415-59B2-C306-94D6BE23231A}"/>
          </ac:spMkLst>
        </pc:spChg>
        <pc:spChg chg="mod">
          <ac:chgData name="prince singh" userId="d5f1797129917f0c" providerId="LiveId" clId="{23404A22-7431-48C3-95BF-FFA205ECE267}" dt="2026-07-19T13:16:41.007" v="2522" actId="1076"/>
          <ac:spMkLst>
            <pc:docMk/>
            <pc:sldMk cId="1518244454" sldId="307"/>
            <ac:spMk id="3" creationId="{47C1D65E-57E4-BFF4-BBDD-DA893D9C29E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452759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34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26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8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94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163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10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10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829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518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4405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8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9273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4495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293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0141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51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585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4" r:id="rId1"/>
    <p:sldLayoutId id="2147483975" r:id="rId2"/>
    <p:sldLayoutId id="2147483976" r:id="rId3"/>
    <p:sldLayoutId id="2147483977" r:id="rId4"/>
    <p:sldLayoutId id="2147483978" r:id="rId5"/>
    <p:sldLayoutId id="2147483979" r:id="rId6"/>
    <p:sldLayoutId id="2147483980" r:id="rId7"/>
    <p:sldLayoutId id="2147483981" r:id="rId8"/>
    <p:sldLayoutId id="2147483982" r:id="rId9"/>
    <p:sldLayoutId id="2147483983" r:id="rId10"/>
    <p:sldLayoutId id="2147483984" r:id="rId11"/>
    <p:sldLayoutId id="2147483985" r:id="rId12"/>
    <p:sldLayoutId id="2147483986" r:id="rId13"/>
    <p:sldLayoutId id="2147483987" r:id="rId14"/>
    <p:sldLayoutId id="2147483988" r:id="rId15"/>
    <p:sldLayoutId id="2147483989" r:id="rId16"/>
    <p:sldLayoutId id="2147483990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E9FCF72-2F20-C22D-E1B7-2360B9432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0813" y="624110"/>
            <a:ext cx="6823587" cy="1280890"/>
          </a:xfrm>
        </p:spPr>
        <p:txBody>
          <a:bodyPr>
            <a:normAutofit fontScale="90000"/>
          </a:bodyPr>
          <a:lstStyle/>
          <a:p>
            <a:r>
              <a:rPr lang="en-IN" b="1" i="1" u="sng" dirty="0">
                <a:solidFill>
                  <a:srgbClr val="00B0F0"/>
                </a:solidFill>
              </a:rPr>
              <a:t>MARKETING CAMPAIGN ANALYSIS</a:t>
            </a:r>
            <a:endParaRPr lang="en-IN" i="1" u="sng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829676"/>
            <a:ext cx="6711654" cy="2184778"/>
          </a:xfrm>
        </p:spPr>
        <p:txBody>
          <a:bodyPr>
            <a:normAutofit/>
          </a:bodyPr>
          <a:lstStyle/>
          <a:p>
            <a:r>
              <a:rPr lang="en-US" sz="2400" b="1" i="1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Course 5- Exploratory Data Analysis using </a:t>
            </a:r>
            <a:r>
              <a:rPr lang="en-US" sz="2400" b="1" i="1" u="sng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PowerBi</a:t>
            </a:r>
            <a:endParaRPr lang="en-US" sz="2400" b="1" i="1" u="sng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2400" b="1" i="1" u="sng" dirty="0">
                <a:solidFill>
                  <a:schemeClr val="accent3"/>
                </a:solidFill>
              </a:rPr>
              <a:t>Presentation by Prashant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BCA01-769F-9D5F-6A94-853B5BD51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3589" y="571899"/>
            <a:ext cx="7172088" cy="1280890"/>
          </a:xfrm>
        </p:spPr>
        <p:txBody>
          <a:bodyPr>
            <a:normAutofit fontScale="90000"/>
          </a:bodyPr>
          <a:lstStyle/>
          <a:p>
            <a:r>
              <a:rPr lang="en-IN" b="1" i="1" u="sng" dirty="0">
                <a:solidFill>
                  <a:srgbClr val="FF0000"/>
                </a:solidFill>
              </a:rPr>
              <a:t>AGENDA</a:t>
            </a:r>
            <a:br>
              <a:rPr lang="en-IN" b="1" i="1" u="sng" dirty="0">
                <a:solidFill>
                  <a:srgbClr val="FF0000"/>
                </a:solidFill>
              </a:rPr>
            </a:br>
            <a:br>
              <a:rPr lang="en-IN" b="1" i="1" u="sng" dirty="0">
                <a:solidFill>
                  <a:srgbClr val="FF0000"/>
                </a:solidFill>
              </a:rPr>
            </a:br>
            <a:endParaRPr lang="en-IN" sz="2000" i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67FA1-50F8-E7D5-A294-8652469D7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169" y="1361767"/>
            <a:ext cx="6985276" cy="413446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Objective:</a:t>
            </a:r>
          </a:p>
          <a:p>
            <a:pPr latinLnBrk="1"/>
            <a:r>
              <a:rPr lang="en-IN" dirty="0"/>
              <a:t>1. Project Overview</a:t>
            </a:r>
          </a:p>
          <a:p>
            <a:pPr latinLnBrk="1"/>
            <a:r>
              <a:rPr lang="en-IN" dirty="0"/>
              <a:t>2. Data Understanding  </a:t>
            </a:r>
          </a:p>
          <a:p>
            <a:pPr latinLnBrk="1"/>
            <a:r>
              <a:rPr lang="en-IN" dirty="0"/>
              <a:t>3. Data Model</a:t>
            </a:r>
          </a:p>
          <a:p>
            <a:pPr latinLnBrk="1"/>
            <a:r>
              <a:rPr lang="en-IN" dirty="0"/>
              <a:t>4. Key Metrics &amp; KPIs</a:t>
            </a:r>
          </a:p>
          <a:p>
            <a:pPr latinLnBrk="1"/>
            <a:r>
              <a:rPr lang="en-IN" dirty="0"/>
              <a:t>5. Customer Demographics</a:t>
            </a:r>
          </a:p>
          <a:p>
            <a:pPr latinLnBrk="1"/>
            <a:r>
              <a:rPr lang="en-IN" dirty="0"/>
              <a:t>6. Spending Patterns</a:t>
            </a:r>
          </a:p>
          <a:p>
            <a:pPr latinLnBrk="1"/>
            <a:r>
              <a:rPr lang="en-IN" dirty="0"/>
              <a:t>7. Campaign Performance</a:t>
            </a:r>
          </a:p>
          <a:p>
            <a:pPr latinLnBrk="1"/>
            <a:r>
              <a:rPr lang="en-IN" dirty="0"/>
              <a:t>8. Purchase Behaviour</a:t>
            </a:r>
          </a:p>
          <a:p>
            <a:pPr latinLnBrk="1"/>
            <a:r>
              <a:rPr lang="en-IN" dirty="0"/>
              <a:t>9. Key Insights</a:t>
            </a:r>
          </a:p>
          <a:p>
            <a:pPr latinLnBrk="1"/>
            <a:r>
              <a:rPr lang="en-IN" dirty="0"/>
              <a:t>10. Recommendations &amp; Next Steps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7641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941D8-8582-D91E-4ED5-FE6EF63EC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1D205-D3D9-C118-9AA0-B8671D40E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3589" y="571899"/>
            <a:ext cx="7172088" cy="1280890"/>
          </a:xfrm>
        </p:spPr>
        <p:txBody>
          <a:bodyPr>
            <a:normAutofit fontScale="90000"/>
          </a:bodyPr>
          <a:lstStyle/>
          <a:p>
            <a:r>
              <a:rPr lang="en-IN" b="1" i="1" u="sng" dirty="0">
                <a:solidFill>
                  <a:srgbClr val="FF0000"/>
                </a:solidFill>
              </a:rPr>
              <a:t>PROJECT OVERVIEW</a:t>
            </a:r>
            <a:br>
              <a:rPr lang="en-IN" b="1" i="1" u="sng" dirty="0">
                <a:solidFill>
                  <a:srgbClr val="FF0000"/>
                </a:solidFill>
              </a:rPr>
            </a:br>
            <a:br>
              <a:rPr lang="en-IN" b="1" i="1" u="sng" dirty="0">
                <a:solidFill>
                  <a:srgbClr val="FF0000"/>
                </a:solidFill>
              </a:rPr>
            </a:br>
            <a:endParaRPr lang="en-IN" sz="2000" i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34185-869B-B2D3-2CF1-B1AE46FA7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168" y="1361766"/>
            <a:ext cx="7624373" cy="436060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Objective: Analyze customer data to optimize marketing campaigns</a:t>
            </a:r>
          </a:p>
          <a:p>
            <a:pPr marL="0" indent="0">
              <a:buNone/>
            </a:pPr>
            <a:endParaRPr lang="en-US" b="1" dirty="0"/>
          </a:p>
          <a:p>
            <a:pPr marL="0" indent="0" latinLnBrk="1">
              <a:buNone/>
            </a:pPr>
            <a:r>
              <a:rPr lang="en-IN" b="1" dirty="0"/>
              <a:t>Data Source: Marketing Campaign Dataset</a:t>
            </a:r>
          </a:p>
          <a:p>
            <a:pPr latinLnBrk="1"/>
            <a:r>
              <a:rPr lang="en-IN" dirty="0"/>
              <a:t>- 2,241 Customer Records</a:t>
            </a:r>
          </a:p>
          <a:p>
            <a:pPr latinLnBrk="1"/>
            <a:r>
              <a:rPr lang="en-IN" dirty="0"/>
              <a:t>- 29 Original Columns</a:t>
            </a:r>
          </a:p>
          <a:p>
            <a:pPr latinLnBrk="1"/>
            <a:r>
              <a:rPr lang="en-IN" dirty="0"/>
              <a:t>- 6 Calculated Columns</a:t>
            </a:r>
          </a:p>
          <a:p>
            <a:pPr marL="0" indent="0" latinLnBrk="1">
              <a:buNone/>
            </a:pPr>
            <a:endParaRPr lang="en-IN" dirty="0"/>
          </a:p>
          <a:p>
            <a:pPr marL="0" indent="0" latinLnBrk="1">
              <a:buNone/>
            </a:pPr>
            <a:r>
              <a:rPr lang="en-IN" b="1" dirty="0"/>
              <a:t>Key Questions:</a:t>
            </a:r>
          </a:p>
          <a:p>
            <a:pPr latinLnBrk="1"/>
            <a:r>
              <a:rPr lang="en-IN" dirty="0"/>
              <a:t>Who are our most valuable customers?</a:t>
            </a:r>
          </a:p>
          <a:p>
            <a:pPr latinLnBrk="1"/>
            <a:r>
              <a:rPr lang="en-IN" dirty="0"/>
              <a:t>Which products generate the most revenue?</a:t>
            </a:r>
          </a:p>
          <a:p>
            <a:pPr latinLnBrk="1"/>
            <a:r>
              <a:rPr lang="en-IN" dirty="0"/>
              <a:t>Which marketing campaigns work best?</a:t>
            </a:r>
          </a:p>
          <a:p>
            <a:pPr latinLnBrk="1"/>
            <a:r>
              <a:rPr lang="en-IN" dirty="0"/>
              <a:t>How do demographics affect spending and responses?</a:t>
            </a:r>
          </a:p>
        </p:txBody>
      </p:sp>
    </p:spTree>
    <p:extLst>
      <p:ext uri="{BB962C8B-B14F-4D97-AF65-F5344CB8AC3E}">
        <p14:creationId xmlns:p14="http://schemas.microsoft.com/office/powerpoint/2010/main" val="535061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39FB4-DF1A-FB9F-9E76-128131DA3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7944B-221D-7117-3D22-42CAAD068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480" y="276932"/>
            <a:ext cx="7172088" cy="1280890"/>
          </a:xfrm>
        </p:spPr>
        <p:txBody>
          <a:bodyPr>
            <a:normAutofit/>
          </a:bodyPr>
          <a:lstStyle/>
          <a:p>
            <a:r>
              <a:rPr lang="en-US" b="1" i="1" u="sng" dirty="0">
                <a:solidFill>
                  <a:srgbClr val="FF0000"/>
                </a:solidFill>
              </a:rPr>
              <a:t>DATA UNDERSTANDING</a:t>
            </a:r>
            <a:endParaRPr lang="en-IN" sz="2000" i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29063-F08F-4DDC-4921-396B9C849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924" y="1189703"/>
            <a:ext cx="7993624" cy="4984955"/>
          </a:xfrm>
        </p:spPr>
        <p:txBody>
          <a:bodyPr>
            <a:normAutofit fontScale="62500" lnSpcReduction="20000"/>
          </a:bodyPr>
          <a:lstStyle/>
          <a:p>
            <a:pPr marL="0" indent="0" latinLnBrk="1">
              <a:buNone/>
            </a:pPr>
            <a:r>
              <a:rPr lang="en-IN" b="1" dirty="0"/>
              <a:t>Dataset Overview:</a:t>
            </a:r>
          </a:p>
          <a:p>
            <a:pPr latinLnBrk="1"/>
            <a:r>
              <a:rPr lang="en-IN" dirty="0"/>
              <a:t>• Total Records: 2,241</a:t>
            </a:r>
          </a:p>
          <a:p>
            <a:pPr latinLnBrk="1"/>
            <a:r>
              <a:rPr lang="en-IN" dirty="0"/>
              <a:t>• Total Columns: 35 (29 Original + 6 Calculated)</a:t>
            </a:r>
          </a:p>
          <a:p>
            <a:pPr latinLnBrk="1"/>
            <a:endParaRPr lang="en-IN" dirty="0"/>
          </a:p>
          <a:p>
            <a:pPr marL="0" indent="0" latinLnBrk="1">
              <a:buNone/>
            </a:pPr>
            <a:r>
              <a:rPr lang="en-IN" b="1" dirty="0"/>
              <a:t>Key Variables:</a:t>
            </a:r>
          </a:p>
          <a:p>
            <a:pPr latinLnBrk="1"/>
            <a:r>
              <a:rPr lang="en-IN" dirty="0"/>
              <a:t>• Demographics: Age, Education, Income, Marital Status</a:t>
            </a:r>
          </a:p>
          <a:p>
            <a:pPr latinLnBrk="1"/>
            <a:r>
              <a:rPr lang="en-IN" dirty="0"/>
              <a:t>• Spending: Wine, Meat, Fish, Fruits, Sweets, Gold</a:t>
            </a:r>
          </a:p>
          <a:p>
            <a:pPr latinLnBrk="1"/>
            <a:r>
              <a:rPr lang="en-IN" dirty="0"/>
              <a:t>• Campaigns: AcceptedCmp1-5, Response</a:t>
            </a:r>
          </a:p>
          <a:p>
            <a:pPr latinLnBrk="1"/>
            <a:r>
              <a:rPr lang="en-IN" dirty="0"/>
              <a:t>• Purchases: Web, Store, </a:t>
            </a:r>
            <a:r>
              <a:rPr lang="en-IN" dirty="0" err="1"/>
              <a:t>Catalog</a:t>
            </a:r>
            <a:r>
              <a:rPr lang="en-IN" dirty="0"/>
              <a:t>, Deals</a:t>
            </a:r>
          </a:p>
          <a:p>
            <a:pPr latinLnBrk="1"/>
            <a:r>
              <a:rPr lang="en-IN" dirty="0"/>
              <a:t>• Engagement: Web Visits, Recency</a:t>
            </a:r>
          </a:p>
          <a:p>
            <a:pPr latinLnBrk="1"/>
            <a:endParaRPr lang="en-IN" dirty="0"/>
          </a:p>
          <a:p>
            <a:pPr marL="0" indent="0" latinLnBrk="1">
              <a:buNone/>
            </a:pPr>
            <a:r>
              <a:rPr lang="en-IN" b="1" dirty="0"/>
              <a:t>Data Cleaning Performed:</a:t>
            </a:r>
          </a:p>
          <a:p>
            <a:pPr latinLnBrk="1"/>
            <a:r>
              <a:rPr lang="en-IN" dirty="0"/>
              <a:t>✅ Removed duplicates</a:t>
            </a:r>
          </a:p>
          <a:p>
            <a:pPr latinLnBrk="1"/>
            <a:r>
              <a:rPr lang="en-IN" dirty="0"/>
              <a:t>✅ Handled missing values</a:t>
            </a:r>
          </a:p>
          <a:p>
            <a:pPr latinLnBrk="1"/>
            <a:r>
              <a:rPr lang="en-IN" dirty="0"/>
              <a:t>✅ Removed outliers</a:t>
            </a:r>
          </a:p>
          <a:p>
            <a:pPr latinLnBrk="1"/>
            <a:r>
              <a:rPr lang="en-IN" dirty="0"/>
              <a:t>✅ Created calculated columns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1867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11A98-796F-0A27-8D69-1FC881A6B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124" y="237956"/>
            <a:ext cx="6589199" cy="1280890"/>
          </a:xfrm>
        </p:spPr>
        <p:txBody>
          <a:bodyPr>
            <a:normAutofit/>
          </a:bodyPr>
          <a:lstStyle/>
          <a:p>
            <a:r>
              <a:rPr lang="en-IN" sz="3200" i="1" u="sng" dirty="0">
                <a:solidFill>
                  <a:srgbClr val="FF0000"/>
                </a:solidFill>
              </a:rPr>
              <a:t>DATA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4C8B3-5BE1-E50A-6091-3D08ADAFD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208" y="1036161"/>
            <a:ext cx="4976708" cy="7030065"/>
          </a:xfrm>
        </p:spPr>
        <p:txBody>
          <a:bodyPr>
            <a:normAutofit/>
          </a:bodyPr>
          <a:lstStyle/>
          <a:p>
            <a:pPr marL="0" indent="0" latinLnBrk="1">
              <a:buNone/>
            </a:pPr>
            <a:r>
              <a:rPr lang="en-IN" b="1" dirty="0"/>
              <a:t>Single Table Model - </a:t>
            </a:r>
            <a:r>
              <a:rPr lang="en-IN" b="1" dirty="0" err="1"/>
              <a:t>marketing_campaign</a:t>
            </a:r>
            <a:endParaRPr lang="en-IN" b="1" dirty="0"/>
          </a:p>
          <a:p>
            <a:pPr latinLnBrk="1"/>
            <a:r>
              <a:rPr lang="en-IN" dirty="0"/>
              <a:t>• Primary Key: ID</a:t>
            </a:r>
          </a:p>
          <a:p>
            <a:pPr latinLnBrk="1"/>
            <a:r>
              <a:rPr lang="en-IN" dirty="0"/>
              <a:t>• 29 Original Columns</a:t>
            </a:r>
          </a:p>
          <a:p>
            <a:pPr latinLnBrk="1"/>
            <a:r>
              <a:rPr lang="en-IN" dirty="0"/>
              <a:t>• 6 Calculated Columns: Age, </a:t>
            </a:r>
            <a:r>
              <a:rPr lang="en-IN" dirty="0" err="1"/>
              <a:t>Total_Spending</a:t>
            </a:r>
            <a:r>
              <a:rPr lang="en-IN" dirty="0"/>
              <a:t>, </a:t>
            </a:r>
            <a:r>
              <a:rPr lang="en-IN" dirty="0" err="1"/>
              <a:t>Total_Accepted</a:t>
            </a:r>
            <a:r>
              <a:rPr lang="en-IN" dirty="0"/>
              <a:t>, </a:t>
            </a:r>
            <a:r>
              <a:rPr lang="en-IN" dirty="0" err="1"/>
              <a:t>Income_Category</a:t>
            </a:r>
            <a:r>
              <a:rPr lang="en-IN" dirty="0"/>
              <a:t>, </a:t>
            </a:r>
            <a:r>
              <a:rPr lang="en-IN" dirty="0" err="1"/>
              <a:t>Has_Children</a:t>
            </a:r>
            <a:r>
              <a:rPr lang="en-IN" dirty="0"/>
              <a:t>, </a:t>
            </a:r>
            <a:r>
              <a:rPr lang="en-IN" dirty="0" err="1"/>
              <a:t>Age_Group</a:t>
            </a:r>
            <a:endParaRPr lang="en-IN" dirty="0"/>
          </a:p>
          <a:p>
            <a:pPr latinLnBrk="1"/>
            <a:r>
              <a:rPr lang="en-IN" dirty="0"/>
              <a:t>• 2,241 Total Records</a:t>
            </a: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72639F-6341-7F16-8FC5-F1900657E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239" y="1518846"/>
            <a:ext cx="3539147" cy="442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664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F41C9-9DFA-E836-B1BF-49928844C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9EBC4-8B68-7AB6-0C62-B664FA533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480" y="276932"/>
            <a:ext cx="7172088" cy="1280890"/>
          </a:xfrm>
        </p:spPr>
        <p:txBody>
          <a:bodyPr>
            <a:normAutofit/>
          </a:bodyPr>
          <a:lstStyle/>
          <a:p>
            <a:r>
              <a:rPr lang="en-US" b="1" i="1" u="sng" dirty="0">
                <a:solidFill>
                  <a:srgbClr val="FF0000"/>
                </a:solidFill>
              </a:rPr>
              <a:t>Key Metrics &amp; KPIs</a:t>
            </a:r>
            <a:endParaRPr lang="en-IN" sz="2000" i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8E534-54B7-E81B-D5EB-5929D6A12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781" y="2620297"/>
            <a:ext cx="7565379" cy="4468762"/>
          </a:xfrm>
        </p:spPr>
        <p:txBody>
          <a:bodyPr>
            <a:normAutofit/>
          </a:bodyPr>
          <a:lstStyle/>
          <a:p>
            <a:pPr marL="0" indent="0">
              <a:buFont typeface="Wingdings 3" charset="2"/>
              <a:buNone/>
            </a:pPr>
            <a:r>
              <a:rPr lang="en-US" b="1" dirty="0"/>
              <a:t>Key Observation:</a:t>
            </a:r>
          </a:p>
          <a:p>
            <a:pPr marL="0" indent="0">
              <a:buFont typeface="Wingdings 3" charset="2"/>
              <a:buNone/>
            </a:pPr>
            <a:r>
              <a:rPr lang="en-US" b="1" dirty="0"/>
              <a:t>• Total Customers: 2,241</a:t>
            </a:r>
          </a:p>
          <a:p>
            <a:pPr marL="0" indent="0">
              <a:buFont typeface="Wingdings 3" charset="2"/>
              <a:buNone/>
            </a:pPr>
            <a:r>
              <a:rPr lang="en-US" b="1" dirty="0"/>
              <a:t>• Average Income: 52,2500</a:t>
            </a:r>
          </a:p>
          <a:p>
            <a:pPr marL="0" indent="0">
              <a:buFont typeface="Wingdings 3" charset="2"/>
              <a:buNone/>
            </a:pPr>
            <a:r>
              <a:rPr lang="en-US" b="1" dirty="0"/>
              <a:t>• Total Sales: ~1 Million</a:t>
            </a:r>
          </a:p>
          <a:p>
            <a:pPr marL="0" indent="0">
              <a:buFont typeface="Wingdings 3" charset="2"/>
              <a:buNone/>
            </a:pPr>
            <a:r>
              <a:rPr lang="en-US" b="1" dirty="0"/>
              <a:t>• Response Rate: ~14.91%</a:t>
            </a:r>
          </a:p>
          <a:p>
            <a:pPr marL="0" indent="0">
              <a:buFont typeface="Wingdings 3" charset="2"/>
              <a:buNone/>
            </a:pPr>
            <a:r>
              <a:rPr lang="en-US" b="1" dirty="0"/>
              <a:t>• Campaign Success: ~0.07%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A3B3F7-635F-36D0-C76C-EBF9AE888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673" y="1366684"/>
            <a:ext cx="6500423" cy="87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51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4086E-B827-3CC5-689D-1FD675179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0233" y="265233"/>
            <a:ext cx="6589199" cy="1280890"/>
          </a:xfrm>
        </p:spPr>
        <p:txBody>
          <a:bodyPr/>
          <a:lstStyle/>
          <a:p>
            <a:r>
              <a:rPr lang="en-IN" i="1" u="sng" dirty="0">
                <a:solidFill>
                  <a:srgbClr val="FF0000"/>
                </a:solidFill>
              </a:rPr>
              <a:t>Customer Demographics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47EE6-C2E9-7502-1930-BED3520AE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568" y="3419090"/>
            <a:ext cx="6135329" cy="2893219"/>
          </a:xfrm>
        </p:spPr>
        <p:txBody>
          <a:bodyPr>
            <a:normAutofit fontScale="55000" lnSpcReduction="20000"/>
          </a:bodyPr>
          <a:lstStyle/>
          <a:p>
            <a:pPr marL="0" indent="0" latinLnBrk="1">
              <a:buNone/>
            </a:pPr>
            <a:r>
              <a:rPr lang="en-IN" dirty="0"/>
              <a:t>Age Distribution:</a:t>
            </a:r>
          </a:p>
          <a:p>
            <a:pPr latinLnBrk="1"/>
            <a:r>
              <a:rPr lang="en-IN" dirty="0"/>
              <a:t>• Majority of customers are 40-60 years old</a:t>
            </a:r>
          </a:p>
          <a:p>
            <a:pPr marL="0" indent="0" latinLnBrk="1">
              <a:buNone/>
            </a:pPr>
            <a:endParaRPr lang="en-IN" dirty="0"/>
          </a:p>
          <a:p>
            <a:pPr marL="0" indent="0" latinLnBrk="1">
              <a:buNone/>
            </a:pPr>
            <a:r>
              <a:rPr lang="en-IN" dirty="0"/>
              <a:t>Education Level:</a:t>
            </a:r>
          </a:p>
          <a:p>
            <a:pPr latinLnBrk="1"/>
            <a:r>
              <a:rPr lang="en-IN" dirty="0"/>
              <a:t>• Most customers have Graduate degrees</a:t>
            </a:r>
          </a:p>
          <a:p>
            <a:pPr latinLnBrk="1"/>
            <a:endParaRPr lang="en-IN" dirty="0"/>
          </a:p>
          <a:p>
            <a:pPr marL="0" indent="0" latinLnBrk="1">
              <a:buNone/>
            </a:pPr>
            <a:r>
              <a:rPr lang="en-IN" dirty="0"/>
              <a:t>Income Distribution:</a:t>
            </a:r>
          </a:p>
          <a:p>
            <a:pPr latinLnBrk="1"/>
            <a:r>
              <a:rPr lang="en-IN" dirty="0"/>
              <a:t>• Median income around $50,000</a:t>
            </a:r>
          </a:p>
          <a:p>
            <a:pPr latinLnBrk="1"/>
            <a:endParaRPr lang="en-IN" dirty="0"/>
          </a:p>
          <a:p>
            <a:pPr marL="0" indent="0" latinLnBrk="1">
              <a:buNone/>
            </a:pPr>
            <a:r>
              <a:rPr lang="en-IN" dirty="0"/>
              <a:t>🎯 Target Audience: Middle-aged, educated, middle-high income</a:t>
            </a:r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24772A-7A77-C9DD-7202-E0AB7FFA8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441" y="1301952"/>
            <a:ext cx="4046571" cy="17527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FF25B4-3D41-A798-EC86-3F890FA05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53" y="1225901"/>
            <a:ext cx="3673158" cy="214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020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9C151-DEE0-D3D6-25AE-DF7A7233C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D57EC-EDF8-59A5-089E-BC267FEE1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480" y="276932"/>
            <a:ext cx="7172088" cy="1280890"/>
          </a:xfrm>
        </p:spPr>
        <p:txBody>
          <a:bodyPr>
            <a:normAutofit/>
          </a:bodyPr>
          <a:lstStyle/>
          <a:p>
            <a:r>
              <a:rPr lang="en-US" b="1" i="1" u="sng" dirty="0">
                <a:solidFill>
                  <a:srgbClr val="FF0000"/>
                </a:solidFill>
              </a:rPr>
              <a:t>Spending Patterns</a:t>
            </a:r>
            <a:endParaRPr lang="en-IN" sz="2000" i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C78AC-BA15-8D00-B6DE-DE451902A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866" y="3844415"/>
            <a:ext cx="7565379" cy="2277970"/>
          </a:xfrm>
        </p:spPr>
        <p:txBody>
          <a:bodyPr>
            <a:normAutofit fontScale="55000" lnSpcReduction="20000"/>
          </a:bodyPr>
          <a:lstStyle/>
          <a:p>
            <a:pPr marL="0" indent="0">
              <a:buFont typeface="Wingdings 3" charset="2"/>
              <a:buNone/>
            </a:pPr>
            <a:r>
              <a:rPr lang="en-US" b="1" dirty="0"/>
              <a:t>Top Product Categories:</a:t>
            </a:r>
          </a:p>
          <a:p>
            <a:pPr marL="0" indent="0">
              <a:buFont typeface="Wingdings 3" charset="2"/>
              <a:buNone/>
            </a:pPr>
            <a:r>
              <a:rPr lang="en-US" b="1" dirty="0"/>
              <a:t>1. Wine 🍷 (Highest)</a:t>
            </a:r>
          </a:p>
          <a:p>
            <a:pPr marL="0" indent="0">
              <a:buFont typeface="Wingdings 3" charset="2"/>
              <a:buNone/>
            </a:pPr>
            <a:r>
              <a:rPr lang="en-US" b="1" dirty="0"/>
              <a:t>2. Meat Products 🥩 (Second)</a:t>
            </a:r>
          </a:p>
          <a:p>
            <a:pPr marL="0" indent="0">
              <a:buFont typeface="Wingdings 3" charset="2"/>
              <a:buNone/>
            </a:pPr>
            <a:r>
              <a:rPr lang="en-US" b="1" dirty="0"/>
              <a:t>3. Gold Products 🥇 (Third)</a:t>
            </a:r>
          </a:p>
          <a:p>
            <a:pPr marL="0" indent="0">
              <a:buFont typeface="Wingdings 3" charset="2"/>
              <a:buNone/>
            </a:pPr>
            <a:endParaRPr lang="en-US" b="1" dirty="0"/>
          </a:p>
          <a:p>
            <a:pPr marL="0" indent="0">
              <a:buFont typeface="Wingdings 3" charset="2"/>
              <a:buNone/>
            </a:pPr>
            <a:r>
              <a:rPr lang="en-US" b="1" dirty="0"/>
              <a:t>Spending by Income:</a:t>
            </a:r>
          </a:p>
          <a:p>
            <a:pPr marL="0" indent="0">
              <a:buFont typeface="Wingdings 3" charset="2"/>
              <a:buNone/>
            </a:pPr>
            <a:r>
              <a:rPr lang="en-US" b="1" dirty="0"/>
              <a:t>• Very High Income: Spend 3x more than Low Income</a:t>
            </a:r>
          </a:p>
          <a:p>
            <a:pPr marL="0" indent="0">
              <a:buFont typeface="Wingdings 3" charset="2"/>
              <a:buNone/>
            </a:pPr>
            <a:r>
              <a:rPr lang="en-US" b="1" dirty="0"/>
              <a:t>💡 Insight: Focus premium products on high-income customers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F1DB18-C0FE-67EB-D1B5-ED2521DB2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58" y="1413220"/>
            <a:ext cx="5238445" cy="17625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A531D3-317E-C316-EB6D-7E0BA3F7B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730" y="1443710"/>
            <a:ext cx="3086367" cy="251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89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1EF02-0678-BB52-71BF-A71BB2026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AFF2A-9D9E-1434-1896-754A8BB6E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480" y="276932"/>
            <a:ext cx="7172088" cy="1280890"/>
          </a:xfrm>
        </p:spPr>
        <p:txBody>
          <a:bodyPr>
            <a:normAutofit/>
          </a:bodyPr>
          <a:lstStyle/>
          <a:p>
            <a:r>
              <a:rPr lang="en-US" b="1" i="1" u="sng" dirty="0">
                <a:solidFill>
                  <a:srgbClr val="FF0000"/>
                </a:solidFill>
              </a:rPr>
              <a:t>Campaign Performance</a:t>
            </a:r>
            <a:endParaRPr lang="en-IN" sz="2000" i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6E0F5-BBFD-55AB-4789-924F4538B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9189" y="3571567"/>
            <a:ext cx="7565379" cy="2809568"/>
          </a:xfrm>
        </p:spPr>
        <p:txBody>
          <a:bodyPr>
            <a:noAutofit/>
          </a:bodyPr>
          <a:lstStyle/>
          <a:p>
            <a:pPr marL="0" indent="0">
              <a:buFont typeface="Wingdings 3" charset="2"/>
              <a:buNone/>
            </a:pPr>
            <a:r>
              <a:rPr lang="en-US" sz="1000" b="1" dirty="0"/>
              <a:t>Campaign Success:</a:t>
            </a:r>
          </a:p>
          <a:p>
            <a:pPr marL="0" indent="0">
              <a:buFont typeface="Wingdings 3" charset="2"/>
              <a:buNone/>
            </a:pPr>
            <a:r>
              <a:rPr lang="en-US" sz="1000" b="1" dirty="0"/>
              <a:t>Campaign 5: Highest (Best)</a:t>
            </a:r>
          </a:p>
          <a:p>
            <a:pPr marL="0" indent="0">
              <a:buFont typeface="Wingdings 3" charset="2"/>
              <a:buNone/>
            </a:pPr>
            <a:r>
              <a:rPr lang="en-US" sz="1000" b="1" dirty="0"/>
              <a:t>Campaign 1: Moderate</a:t>
            </a:r>
          </a:p>
          <a:p>
            <a:pPr marL="0" indent="0">
              <a:buFont typeface="Wingdings 3" charset="2"/>
              <a:buNone/>
            </a:pPr>
            <a:r>
              <a:rPr lang="en-US" sz="1000" b="1" dirty="0"/>
              <a:t>Campaign 2: Moderate</a:t>
            </a:r>
          </a:p>
          <a:p>
            <a:pPr marL="0" indent="0">
              <a:buFont typeface="Wingdings 3" charset="2"/>
              <a:buNone/>
            </a:pPr>
            <a:r>
              <a:rPr lang="en-US" sz="1000" b="1" dirty="0"/>
              <a:t>Campaign 3 &amp; 4: Lower</a:t>
            </a:r>
          </a:p>
          <a:p>
            <a:pPr marL="0" indent="0">
              <a:buFont typeface="Wingdings 3" charset="2"/>
              <a:buNone/>
            </a:pPr>
            <a:r>
              <a:rPr lang="en-US" sz="1000" b="1" dirty="0"/>
              <a:t>Response by Demographics:</a:t>
            </a:r>
          </a:p>
          <a:p>
            <a:pPr marL="0" indent="0">
              <a:buFont typeface="Wingdings 3" charset="2"/>
              <a:buNone/>
            </a:pPr>
            <a:r>
              <a:rPr lang="en-US" sz="1000" b="1" dirty="0"/>
              <a:t>• Very High Income: Highest response rate</a:t>
            </a:r>
          </a:p>
          <a:p>
            <a:pPr marL="0" indent="0">
              <a:buFont typeface="Wingdings 3" charset="2"/>
              <a:buNone/>
            </a:pPr>
            <a:r>
              <a:rPr lang="en-US" sz="1000" b="1" dirty="0"/>
              <a:t>• PhD &amp; Master: Best response rate</a:t>
            </a:r>
          </a:p>
          <a:p>
            <a:pPr marL="0" indent="0">
              <a:buFont typeface="Wingdings 3" charset="2"/>
              <a:buNone/>
            </a:pPr>
            <a:r>
              <a:rPr lang="en-US" sz="1000" b="1" dirty="0"/>
              <a:t>💡 Strategy: Target high-income, educated individuals</a:t>
            </a:r>
            <a:endParaRPr lang="en-IN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52A961-34E5-841E-96CA-04243EE38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189" y="1343165"/>
            <a:ext cx="2636748" cy="19432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3D368D-B07B-BFBE-B6F2-DE3FDEF37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071" y="1199078"/>
            <a:ext cx="4885412" cy="19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720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DC12-A3E5-C695-0174-76938AD6E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1" u="sng" dirty="0">
                <a:solidFill>
                  <a:srgbClr val="FF0000"/>
                </a:solidFill>
              </a:rPr>
              <a:t>PURCHASE BEHAVIOR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28D2-5EE4-207D-56E9-F5B12DF74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594" y="1768010"/>
            <a:ext cx="6971071" cy="4495377"/>
          </a:xfrm>
        </p:spPr>
        <p:txBody>
          <a:bodyPr>
            <a:normAutofit fontScale="92500" lnSpcReduction="20000"/>
          </a:bodyPr>
          <a:lstStyle/>
          <a:p>
            <a:pPr latinLnBrk="1"/>
            <a:r>
              <a:rPr lang="en-IN" dirty="0"/>
              <a:t>Purchase Channels:</a:t>
            </a:r>
          </a:p>
          <a:p>
            <a:pPr latinLnBrk="1"/>
            <a:r>
              <a:rPr lang="en-IN" dirty="0"/>
              <a:t>Web: Most Popular</a:t>
            </a:r>
          </a:p>
          <a:p>
            <a:pPr latinLnBrk="1"/>
            <a:r>
              <a:rPr lang="en-IN" dirty="0"/>
              <a:t>Store: Second</a:t>
            </a:r>
          </a:p>
          <a:p>
            <a:pPr latinLnBrk="1"/>
            <a:r>
              <a:rPr lang="en-IN" dirty="0" err="1"/>
              <a:t>Catalog</a:t>
            </a:r>
            <a:r>
              <a:rPr lang="en-IN" dirty="0"/>
              <a:t> &amp; Deals: Lower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Web Engagement:</a:t>
            </a:r>
          </a:p>
          <a:p>
            <a:pPr latinLnBrk="1"/>
            <a:r>
              <a:rPr lang="en-IN" dirty="0"/>
              <a:t>• More visits = More purchases</a:t>
            </a:r>
          </a:p>
          <a:p>
            <a:pPr latinLnBrk="1"/>
            <a:r>
              <a:rPr lang="en-IN" dirty="0"/>
              <a:t>• Responders visit more often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💡 Recommendation: Invest in web experience &amp; mobile optimization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D4D85B-5CFE-0592-7861-9F43F4E80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484" y="1768009"/>
            <a:ext cx="3490452" cy="306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619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EEDF8-D87A-44BC-9977-188BADD99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395" y="334220"/>
            <a:ext cx="6589199" cy="1280890"/>
          </a:xfrm>
        </p:spPr>
        <p:txBody>
          <a:bodyPr/>
          <a:lstStyle/>
          <a:p>
            <a:r>
              <a:rPr lang="en-US" b="1" i="1" u="sng" dirty="0">
                <a:solidFill>
                  <a:srgbClr val="FF0000"/>
                </a:solidFill>
              </a:rPr>
              <a:t>Dashboard</a:t>
            </a:r>
            <a:endParaRPr lang="en-IN" b="1" i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E8CF8-8BFD-C304-E636-37412B1CC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C31C93-A8F9-FF78-6EC9-DA950225A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60887"/>
            <a:ext cx="8346625" cy="4672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952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B4A5D-880D-6876-6D82-086338B60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7E812-5A8D-9C4F-2240-0D9DB4032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7885" y="340296"/>
            <a:ext cx="6589199" cy="1280890"/>
          </a:xfrm>
        </p:spPr>
        <p:txBody>
          <a:bodyPr>
            <a:normAutofit fontScale="90000"/>
          </a:bodyPr>
          <a:lstStyle/>
          <a:p>
            <a:r>
              <a:rPr lang="en-IN" i="1" u="sng" dirty="0">
                <a:solidFill>
                  <a:srgbClr val="FF0000"/>
                </a:solidFill>
              </a:rPr>
              <a:t>KEY INSIGHTS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A6EC6-6A3C-629D-F252-6D7B672DC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594" y="1768010"/>
            <a:ext cx="6971071" cy="4495377"/>
          </a:xfrm>
        </p:spPr>
        <p:txBody>
          <a:bodyPr>
            <a:normAutofit fontScale="55000" lnSpcReduction="20000"/>
          </a:bodyPr>
          <a:lstStyle/>
          <a:p>
            <a:pPr marL="0" indent="0" latinLnBrk="1">
              <a:buNone/>
            </a:pPr>
            <a:r>
              <a:rPr lang="en-IN" b="1" dirty="0"/>
              <a:t>INSIGHTS:</a:t>
            </a:r>
          </a:p>
          <a:p>
            <a:pPr latinLnBrk="1"/>
            <a:r>
              <a:rPr lang="en-IN" dirty="0"/>
              <a:t>• Customers: 40-60 yrs, Graduate+, ~$50k income</a:t>
            </a:r>
          </a:p>
          <a:p>
            <a:pPr latinLnBrk="1"/>
            <a:r>
              <a:rPr lang="en-IN" dirty="0"/>
              <a:t>• Top Products: Wine &gt; Meat &gt; Gold</a:t>
            </a:r>
          </a:p>
          <a:p>
            <a:pPr latinLnBrk="1"/>
            <a:r>
              <a:rPr lang="en-IN" dirty="0"/>
              <a:t>• Best Campaign: Campaign 5</a:t>
            </a:r>
          </a:p>
          <a:p>
            <a:pPr latinLnBrk="1"/>
            <a:r>
              <a:rPr lang="en-IN" dirty="0"/>
              <a:t>• Top Channel: Web</a:t>
            </a:r>
          </a:p>
          <a:p>
            <a:pPr latinLnBrk="1"/>
            <a:r>
              <a:rPr lang="en-IN" dirty="0"/>
              <a:t>• Response Rate: ~15%</a:t>
            </a:r>
          </a:p>
          <a:p>
            <a:pPr latinLnBrk="1"/>
            <a:endParaRPr lang="en-IN" dirty="0"/>
          </a:p>
          <a:p>
            <a:pPr marL="0" indent="0" latinLnBrk="1">
              <a:buNone/>
            </a:pPr>
            <a:r>
              <a:rPr lang="en-IN" b="1" dirty="0"/>
              <a:t>RECOMMENDATIONS:</a:t>
            </a:r>
          </a:p>
          <a:p>
            <a:pPr latinLnBrk="1"/>
            <a:r>
              <a:rPr lang="en-IN" dirty="0"/>
              <a:t>✅ Campaign 5 strategy for High Income + Educated</a:t>
            </a:r>
          </a:p>
          <a:p>
            <a:pPr latinLnBrk="1"/>
            <a:r>
              <a:rPr lang="en-IN" dirty="0"/>
              <a:t>✅ Bundle Wine + Meat + Gold</a:t>
            </a:r>
          </a:p>
          <a:p>
            <a:pPr latinLnBrk="1"/>
            <a:r>
              <a:rPr lang="en-IN" dirty="0"/>
              <a:t>✅ Invest in Web experience</a:t>
            </a:r>
          </a:p>
          <a:p>
            <a:pPr latinLnBrk="1"/>
            <a:r>
              <a:rPr lang="en-IN" dirty="0"/>
              <a:t>✅ Loyalty program for Top 20%</a:t>
            </a:r>
          </a:p>
          <a:p>
            <a:pPr latinLnBrk="1"/>
            <a:endParaRPr lang="en-IN" dirty="0"/>
          </a:p>
          <a:p>
            <a:pPr marL="0" indent="0" latinLnBrk="1">
              <a:buNone/>
            </a:pPr>
            <a:r>
              <a:rPr lang="en-IN" b="1" dirty="0"/>
              <a:t>NEXT STEPS:</a:t>
            </a:r>
          </a:p>
          <a:p>
            <a:pPr latinLnBrk="1"/>
            <a:r>
              <a:rPr lang="en-IN" dirty="0"/>
              <a:t>📌 Implement campaigns | Track weekly | Refine quarterly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7333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17D74-7415-59B2-C306-94D6BE232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9162" y="1653800"/>
            <a:ext cx="6589199" cy="1280890"/>
          </a:xfrm>
        </p:spPr>
        <p:txBody>
          <a:bodyPr>
            <a:normAutofit/>
          </a:bodyPr>
          <a:lstStyle/>
          <a:p>
            <a:r>
              <a:rPr lang="en-IN" sz="4800" b="1" i="1" u="sng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Thank you </a:t>
            </a:r>
            <a:endParaRPr lang="en-IN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1D65E-57E4-BFF4-BBDD-DA893D9C2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0802" y="2910348"/>
            <a:ext cx="6591985" cy="3777622"/>
          </a:xfrm>
        </p:spPr>
        <p:txBody>
          <a:bodyPr/>
          <a:lstStyle/>
          <a:p>
            <a:pPr marL="0" indent="0">
              <a:buNone/>
            </a:pPr>
            <a:r>
              <a:rPr lang="en-IN" sz="4400" b="1" i="1" u="sng" dirty="0">
                <a:solidFill>
                  <a:srgbClr val="FFC000"/>
                </a:solidFill>
              </a:rPr>
              <a:t>Presentation By Prashant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82444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1361</TotalTime>
  <Words>582</Words>
  <Application>Microsoft Office PowerPoint</Application>
  <PresentationFormat>On-screen Show (4:3)</PresentationFormat>
  <Paragraphs>118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Corbel</vt:lpstr>
      <vt:lpstr>Wingdings 3</vt:lpstr>
      <vt:lpstr>Parallax</vt:lpstr>
      <vt:lpstr>MARKETING CAMPAIGN ANALYSIS</vt:lpstr>
      <vt:lpstr>AGENDA  </vt:lpstr>
      <vt:lpstr>PROJECT OVERVIEW  </vt:lpstr>
      <vt:lpstr>DATA UNDERSTANDING</vt:lpstr>
      <vt:lpstr>DATA MODEL</vt:lpstr>
      <vt:lpstr>Key Metrics &amp; KPIs</vt:lpstr>
      <vt:lpstr>Customer Demographics</vt:lpstr>
      <vt:lpstr>Spending Patterns</vt:lpstr>
      <vt:lpstr>Campaign Performance</vt:lpstr>
      <vt:lpstr>PURCHASE BEHAVIOR</vt:lpstr>
      <vt:lpstr>Dashboard</vt:lpstr>
      <vt:lpstr>KEY INSIGHTS &amp; RECOMMENDATIONS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prince singh</dc:creator>
  <cp:keywords/>
  <dc:description>generated using python-pptx</dc:description>
  <cp:lastModifiedBy>prince singh</cp:lastModifiedBy>
  <cp:revision>2</cp:revision>
  <dcterms:created xsi:type="dcterms:W3CDTF">2013-01-27T09:14:16Z</dcterms:created>
  <dcterms:modified xsi:type="dcterms:W3CDTF">2026-07-20T03:39:48Z</dcterms:modified>
  <cp:category/>
</cp:coreProperties>
</file>